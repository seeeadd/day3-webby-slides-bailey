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eorgia Bold" charset="1" panose="02040802050405020203"/>
      <p:regular r:id="rId21"/>
    </p:embeddedFont>
    <p:embeddedFont>
      <p:font typeface="Arial" charset="1" panose="020B0604020202020204"/>
      <p:regular r:id="rId22"/>
    </p:embeddedFont>
    <p:embeddedFont>
      <p:font typeface="Arial Bold" charset="1" panose="020B07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"What if it doesn't work for me?"</a:t>
            </a:r>
          </a:p>
          <a:p>
            <a:r>
              <a:rPr lang="en-US"/>
              <a:t/>
            </a:r>
          </a:p>
          <a:p>
            <a:r>
              <a:rPr lang="en-US"/>
              <a:t>That's what the guarantee is for.</a:t>
            </a:r>
          </a:p>
          <a:p>
            <a:r>
              <a:rPr lang="en-US"/>
              <a:t/>
            </a:r>
          </a:p>
          <a:p>
            <a:r>
              <a:rPr lang="en-US"/>
              <a:t>30-Day Clarity Guarantee: Full refund if you're lost after genuine effort.</a:t>
            </a:r>
          </a:p>
          <a:p>
            <a:r>
              <a:rPr lang="en-US"/>
              <a:t/>
            </a:r>
          </a:p>
          <a:p>
            <a:r>
              <a:rPr lang="en-US"/>
              <a:t>90-Day Extension: More support if you need more time.</a:t>
            </a:r>
          </a:p>
          <a:p>
            <a:r>
              <a:rPr lang="en-US"/>
              <a:t/>
            </a:r>
          </a:p>
          <a:p>
            <a:r>
              <a:rPr lang="en-US"/>
              <a:t>The only way it doesn't work is if you don't do the work. And that's on you, not me.</a:t>
            </a:r>
          </a:p>
          <a:p>
            <a:r>
              <a:rPr lang="en-US"/>
              <a:t/>
            </a:r>
          </a:p>
          <a:p>
            <a:r>
              <a:rPr lang="en-US"/>
              <a:t>If you show up, follow the system, and do the work — it works. It's been proven hundreds of times.</a:t>
            </a:r>
          </a:p>
          <a:p>
            <a:r>
              <a:rPr lang="en-US"/>
              <a:t>145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"I've tried other courses before."</a:t>
            </a:r>
          </a:p>
          <a:p>
            <a:r>
              <a:rPr lang="en-US"/>
              <a:t/>
            </a:r>
          </a:p>
          <a:p>
            <a:r>
              <a:rPr lang="en-US"/>
              <a:t>I get it. You've probably bought courses that are sitting in your login gathering dust.</a:t>
            </a:r>
          </a:p>
          <a:p>
            <a:r>
              <a:rPr lang="en-US"/>
              <a:t/>
            </a:r>
          </a:p>
          <a:p>
            <a:r>
              <a:rPr lang="en-US"/>
              <a:t>But here's the difference: Courses give you information. Then they leave you alone.</a:t>
            </a:r>
          </a:p>
          <a:p>
            <a:r>
              <a:rPr lang="en-US"/>
              <a:t/>
            </a:r>
          </a:p>
          <a:p>
            <a:r>
              <a:rPr lang="en-US"/>
              <a:t>This isn't a course.</a:t>
            </a:r>
          </a:p>
          <a:p>
            <a:r>
              <a:rPr lang="en-US"/>
              <a:t/>
            </a:r>
          </a:p>
          <a:p>
            <a:r>
              <a:rPr lang="en-US"/>
              <a:t>This is personalized guidance. Weekly accountability. Direct feedback on YOUR shop. A community. Someone who won't let you quit.</a:t>
            </a:r>
          </a:p>
          <a:p>
            <a:r>
              <a:rPr lang="en-US"/>
              <a:t/>
            </a:r>
          </a:p>
          <a:p>
            <a:r>
              <a:rPr lang="en-US"/>
              <a:t>The problem with those other courses wasn't necessarily the information. It was the lack of support to actually implement it.</a:t>
            </a:r>
          </a:p>
          <a:p>
            <a:r>
              <a:rPr lang="en-US"/>
              <a:t>146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 need to think about it."</a:t>
            </a:r>
          </a:p>
          <a:p>
            <a:r>
              <a:rPr lang="en-US"/>
              <a:t/>
            </a:r>
          </a:p>
          <a:p>
            <a:r>
              <a:rPr lang="en-US"/>
              <a:t>Fair. But let me ask: What specifically are you unsure about?</a:t>
            </a:r>
          </a:p>
          <a:p>
            <a:r>
              <a:rPr lang="en-US"/>
              <a:t/>
            </a:r>
          </a:p>
          <a:p>
            <a:r>
              <a:rPr lang="en-US"/>
              <a:t>Is it the investment? There's a payment plan.</a:t>
            </a:r>
          </a:p>
          <a:p>
            <a:r>
              <a:rPr lang="en-US"/>
              <a:t>Is it the time? It's 25 minutes a day.</a:t>
            </a:r>
          </a:p>
          <a:p>
            <a:r>
              <a:rPr lang="en-US"/>
              <a:t>Is it whether it works? There's a guarantee.</a:t>
            </a:r>
          </a:p>
          <a:p>
            <a:r>
              <a:rPr lang="en-US"/>
              <a:t>Is it something else?</a:t>
            </a:r>
          </a:p>
          <a:p>
            <a:r>
              <a:rPr lang="en-US"/>
              <a:t/>
            </a:r>
          </a:p>
          <a:p>
            <a:r>
              <a:rPr lang="en-US"/>
              <a:t>Here's what I've learned: "I need to think about it" usually means "I'm scared to commit."</a:t>
            </a:r>
          </a:p>
          <a:p>
            <a:r>
              <a:rPr lang="en-US"/>
              <a:t/>
            </a:r>
          </a:p>
          <a:p>
            <a:r>
              <a:rPr lang="en-US"/>
              <a:t>And I get it. Commitment is scary.</a:t>
            </a:r>
          </a:p>
          <a:p>
            <a:r>
              <a:rPr lang="en-US"/>
              <a:t/>
            </a:r>
          </a:p>
          <a:p>
            <a:r>
              <a:rPr lang="en-US"/>
              <a:t>But waiting won't make you less scared. Action will. The fear doesn't go away until you push through it.</a:t>
            </a:r>
          </a:p>
          <a:p>
            <a:r>
              <a:rPr lang="en-US"/>
              <a:t>147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 need to talk to my husband first."</a:t>
            </a:r>
          </a:p>
          <a:p>
            <a:r>
              <a:rPr lang="en-US"/>
              <a:t/>
            </a:r>
          </a:p>
          <a:p>
            <a:r>
              <a:rPr lang="en-US"/>
              <a:t>I hear this one a lot. And I genuinely respect it. Financial decisions should be discussed.</a:t>
            </a:r>
          </a:p>
          <a:p>
            <a:r>
              <a:rPr lang="en-US"/>
              <a:t/>
            </a:r>
          </a:p>
          <a:p>
            <a:r>
              <a:rPr lang="en-US"/>
              <a:t>But let me give you some tools for that conversation.</a:t>
            </a:r>
          </a:p>
          <a:p>
            <a:r>
              <a:rPr lang="en-US"/>
              <a:t/>
            </a:r>
          </a:p>
          <a:p>
            <a:r>
              <a:rPr lang="en-US"/>
              <a:t>First, share the replay. Let your partner watch it.</a:t>
            </a:r>
          </a:p>
          <a:p>
            <a:r>
              <a:rPr lang="en-US"/>
              <a:t/>
            </a:r>
          </a:p>
          <a:p>
            <a:r>
              <a:rPr lang="en-US"/>
              <a:t>Second, remember the guarantee. You're not putting the family budget at risk.</a:t>
            </a:r>
          </a:p>
          <a:p>
            <a:r>
              <a:rPr lang="en-US"/>
              <a:t/>
            </a:r>
          </a:p>
          <a:p>
            <a:r>
              <a:rPr lang="en-US"/>
              <a:t>Third, think about how you're framing it. Don't say "I want to buy another course."</a:t>
            </a:r>
          </a:p>
          <a:p>
            <a:r>
              <a:rPr lang="en-US"/>
              <a:t/>
            </a:r>
          </a:p>
          <a:p>
            <a:r>
              <a:rPr lang="en-US"/>
              <a:t>Instead, try: "Would you rather I keep struggling alone, or invest in actually getting help?"</a:t>
            </a:r>
          </a:p>
          <a:p>
            <a:r>
              <a:rPr lang="en-US"/>
              <a:t/>
            </a:r>
          </a:p>
          <a:p>
            <a:r>
              <a:rPr lang="en-US"/>
              <a:t>Most partners aren't against you investing in yourself. They're against you investing without a clear plan.</a:t>
            </a:r>
          </a:p>
          <a:p>
            <a:r>
              <a:rPr lang="en-US"/>
              <a:t/>
            </a:r>
          </a:p>
          <a:p>
            <a:r>
              <a:rPr lang="en-US"/>
              <a:t>This IS the plan. Show them.</a:t>
            </a:r>
          </a:p>
          <a:p>
            <a:r>
              <a:rPr lang="en-US"/>
              <a:t>148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"It's December. Bad timing with the holidays."</a:t>
            </a:r>
          </a:p>
          <a:p>
            <a:r>
              <a:rPr lang="en-US"/>
              <a:t/>
            </a:r>
          </a:p>
          <a:p>
            <a:r>
              <a:rPr lang="en-US"/>
              <a:t>Let me show you the calendar excuse pattern.</a:t>
            </a:r>
          </a:p>
          <a:p>
            <a:r>
              <a:rPr lang="en-US"/>
              <a:t/>
            </a:r>
          </a:p>
          <a:p>
            <a:r>
              <a:rPr lang="en-US"/>
              <a:t>January — "recovering from holidays." February — "settling into the year." March — "spring is busy." Summer — "kids are home." Fall — "back to school chaos."</a:t>
            </a:r>
          </a:p>
          <a:p>
            <a:r>
              <a:rPr lang="en-US"/>
              <a:t/>
            </a:r>
          </a:p>
          <a:p>
            <a:r>
              <a:rPr lang="en-US"/>
              <a:t>And now December is "bad timing."</a:t>
            </a:r>
          </a:p>
          <a:p>
            <a:r>
              <a:rPr lang="en-US"/>
              <a:t/>
            </a:r>
          </a:p>
          <a:p>
            <a:r>
              <a:rPr lang="en-US"/>
              <a:t>Do you see the pattern? The calendar will ALWAYS give you an excuse.</a:t>
            </a:r>
          </a:p>
          <a:p>
            <a:r>
              <a:rPr lang="en-US"/>
              <a:t/>
            </a:r>
          </a:p>
          <a:p>
            <a:r>
              <a:rPr lang="en-US"/>
              <a:t>But here's reality: There's never a perfect time. Ever.</a:t>
            </a:r>
          </a:p>
          <a:p>
            <a:r>
              <a:rPr lang="en-US"/>
              <a:t/>
            </a:r>
          </a:p>
          <a:p>
            <a:r>
              <a:rPr lang="en-US"/>
              <a:t>And here's the math: 90 days from now is March.</a:t>
            </a:r>
          </a:p>
          <a:p>
            <a:r>
              <a:rPr lang="en-US"/>
              <a:t/>
            </a:r>
          </a:p>
          <a:p>
            <a:r>
              <a:rPr lang="en-US"/>
              <a:t>Option one: Start in March. "After the holidays."</a:t>
            </a:r>
          </a:p>
          <a:p>
            <a:r>
              <a:rPr lang="en-US"/>
              <a:t/>
            </a:r>
          </a:p>
          <a:p>
            <a:r>
              <a:rPr lang="en-US"/>
              <a:t>Option two: Start NOW. Be 90 days into your transformation by March.</a:t>
            </a:r>
          </a:p>
          <a:p>
            <a:r>
              <a:rPr lang="en-US"/>
              <a:t/>
            </a:r>
          </a:p>
          <a:p>
            <a:r>
              <a:rPr lang="en-US"/>
              <a:t>Which version of March do you want?</a:t>
            </a:r>
          </a:p>
          <a:p>
            <a:r>
              <a:rPr lang="en-US"/>
              <a:t>149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"I'm not tech-savvy."</a:t>
            </a:r>
          </a:p>
          <a:p>
            <a:r>
              <a:rPr lang="en-US"/>
              <a:t/>
            </a:r>
          </a:p>
          <a:p>
            <a:r>
              <a:rPr lang="en-US"/>
              <a:t>If you can watch a YouTube video, type in a search bar, and copy and paste text... you have all the skills you need.</a:t>
            </a:r>
          </a:p>
          <a:p>
            <a:r>
              <a:rPr lang="en-US"/>
              <a:t/>
            </a:r>
          </a:p>
          <a:p>
            <a:r>
              <a:rPr lang="en-US"/>
              <a:t>Everything in the program has step-by-step walkthroughs. I don't assume you know things. I show you.</a:t>
            </a:r>
          </a:p>
          <a:p>
            <a:r>
              <a:rPr lang="en-US"/>
              <a:t/>
            </a:r>
          </a:p>
          <a:p>
            <a:r>
              <a:rPr lang="en-US"/>
              <a:t>And honestly? My "tech-nervous" students are often the most successful. Because they follow directions instead of thinking they know better.</a:t>
            </a:r>
          </a:p>
          <a:p>
            <a:r>
              <a:rPr lang="en-US"/>
              <a:t>150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"Isn't Etsy too saturated?"</a:t>
            </a:r>
          </a:p>
          <a:p>
            <a:r>
              <a:rPr lang="en-US"/>
              <a:t/>
            </a:r>
          </a:p>
          <a:p>
            <a:r>
              <a:rPr lang="en-US"/>
              <a:t>Etsy has over 96 million active buyers. That's not saturated — that's opportunity.</a:t>
            </a:r>
          </a:p>
          <a:p>
            <a:r>
              <a:rPr lang="en-US"/>
              <a:t/>
            </a:r>
          </a:p>
          <a:p>
            <a:r>
              <a:rPr lang="en-US"/>
              <a:t>Yes, there are a lot of sellers. But most of them are doing it wrong.</a:t>
            </a:r>
          </a:p>
          <a:p>
            <a:r>
              <a:rPr lang="en-US"/>
              <a:t/>
            </a:r>
          </a:p>
          <a:p>
            <a:r>
              <a:rPr lang="en-US"/>
              <a:t>They're not researching demand. They're ignoring SEO. They're using terrible photos. They're quitting after 2 weeks.</a:t>
            </a:r>
          </a:p>
          <a:p>
            <a:r>
              <a:rPr lang="en-US"/>
              <a:t/>
            </a:r>
          </a:p>
          <a:p>
            <a:r>
              <a:rPr lang="en-US"/>
              <a:t>There's always room for sellers who do it right. And that's what I teach.</a:t>
            </a:r>
          </a:p>
          <a:p>
            <a:r>
              <a:rPr lang="en-US"/>
              <a:t>151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"I'm a complete beginner."</a:t>
            </a:r>
          </a:p>
          <a:p>
            <a:r>
              <a:rPr lang="en-US"/>
              <a:t/>
            </a:r>
          </a:p>
          <a:p>
            <a:r>
              <a:rPr lang="en-US"/>
              <a:t>Good.</a:t>
            </a:r>
          </a:p>
          <a:p>
            <a:r>
              <a:rPr lang="en-US"/>
              <a:t/>
            </a:r>
          </a:p>
          <a:p>
            <a:r>
              <a:rPr lang="en-US"/>
              <a:t>No bad habits to unlearn. No wrong strategies to undo. You're a blank slate.</a:t>
            </a:r>
          </a:p>
          <a:p>
            <a:r>
              <a:rPr lang="en-US"/>
              <a:t/>
            </a:r>
          </a:p>
          <a:p>
            <a:r>
              <a:rPr lang="en-US"/>
              <a:t>The program meets you where you are. Your personalized roadmap is built for YOUR level. If you're a beginner, you get a beginner roadmap. If you're more advanced, you get an advanced roadmap.</a:t>
            </a:r>
          </a:p>
          <a:p>
            <a:r>
              <a:rPr lang="en-US"/>
              <a:t/>
            </a:r>
          </a:p>
          <a:p>
            <a:r>
              <a:rPr lang="en-US"/>
              <a:t>Beginners often have the BEST results because they follow the system exactly instead of thinking they know better.</a:t>
            </a:r>
          </a:p>
          <a:p>
            <a:r>
              <a:rPr lang="en-US"/>
              <a:t>152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 have ADHD" or "I get overwhelmed easily."</a:t>
            </a:r>
          </a:p>
          <a:p>
            <a:r>
              <a:rPr lang="en-US"/>
              <a:t/>
            </a:r>
          </a:p>
          <a:p>
            <a:r>
              <a:rPr lang="en-US"/>
              <a:t>The Empire System is actually designed for busy, distracted brains.</a:t>
            </a:r>
          </a:p>
          <a:p>
            <a:r>
              <a:rPr lang="en-US"/>
              <a:t/>
            </a:r>
          </a:p>
          <a:p>
            <a:r>
              <a:rPr lang="en-US"/>
              <a:t>3 separate days means no marathon sessions. Short, focused time blocks. One thing at a time. The weekly structure creates focus. The community keeps you accountable.</a:t>
            </a:r>
          </a:p>
          <a:p>
            <a:r>
              <a:rPr lang="en-US"/>
              <a:t/>
            </a:r>
          </a:p>
          <a:p>
            <a:r>
              <a:rPr lang="en-US"/>
              <a:t>You don't need motivation. You need a system. That's exactly what this is.</a:t>
            </a:r>
          </a:p>
          <a:p>
            <a:r>
              <a:rPr lang="en-US"/>
              <a:t>153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"This works for other people, but I'm different. I'm not special enough."</a:t>
            </a:r>
          </a:p>
          <a:p>
            <a:r>
              <a:rPr lang="en-US"/>
              <a:t/>
            </a:r>
          </a:p>
          <a:p>
            <a:r>
              <a:rPr lang="en-US"/>
              <a:t>Can I tell you who actually succeeds in my community?</a:t>
            </a:r>
          </a:p>
          <a:p>
            <a:r>
              <a:rPr lang="en-US"/>
              <a:t/>
            </a:r>
          </a:p>
          <a:p>
            <a:r>
              <a:rPr lang="en-US"/>
              <a:t>Women in their 40s and 50s — not young TikTok influencers. People who told me "I'm not tech-savvy." Moms who just figured out Canva last month.</a:t>
            </a:r>
          </a:p>
          <a:p>
            <a:r>
              <a:rPr lang="en-US"/>
              <a:t/>
            </a:r>
          </a:p>
          <a:p>
            <a:r>
              <a:rPr lang="en-US"/>
              <a:t>The common thread isn't talent. It isn't age. It isn't tech skills.</a:t>
            </a:r>
          </a:p>
          <a:p>
            <a:r>
              <a:rPr lang="en-US"/>
              <a:t/>
            </a:r>
          </a:p>
          <a:p>
            <a:r>
              <a:rPr lang="en-US"/>
              <a:t>The common thread is: They followed the system.</a:t>
            </a:r>
          </a:p>
          <a:p>
            <a:r>
              <a:rPr lang="en-US"/>
              <a:t/>
            </a:r>
          </a:p>
          <a:p>
            <a:r>
              <a:rPr lang="en-US"/>
              <a:t>The system is what's special. Not me. Not them. Not you. The system.</a:t>
            </a:r>
          </a:p>
          <a:p>
            <a:r>
              <a:rPr lang="en-US"/>
              <a:t/>
            </a:r>
          </a:p>
          <a:p>
            <a:r>
              <a:rPr lang="en-US"/>
              <a:t>Follow the system, get results. The most successful students aren't the most talented. They're the most consistent.</a:t>
            </a:r>
          </a:p>
          <a:p>
            <a:r>
              <a:rPr lang="en-US"/>
              <a:t>154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"I'm not creative." "I can't design things."</a:t>
            </a:r>
          </a:p>
          <a:p>
            <a:r>
              <a:rPr lang="en-US"/>
              <a:t/>
            </a:r>
          </a:p>
          <a:p>
            <a:r>
              <a:rPr lang="en-US"/>
              <a:t>Neither am I.</a:t>
            </a:r>
          </a:p>
          <a:p>
            <a:r>
              <a:rPr lang="en-US"/>
              <a:t/>
            </a:r>
          </a:p>
          <a:p>
            <a:r>
              <a:rPr lang="en-US"/>
              <a:t>I don't sit down with a blank canvas and create from imagination. I can barely draw a stick figure.</a:t>
            </a:r>
          </a:p>
          <a:p>
            <a:r>
              <a:rPr lang="en-US"/>
              <a:t/>
            </a:r>
          </a:p>
          <a:p>
            <a:r>
              <a:rPr lang="en-US"/>
              <a:t>Here's what I actually do:</a:t>
            </a:r>
          </a:p>
          <a:p>
            <a:r>
              <a:rPr lang="en-US"/>
              <a:t/>
            </a:r>
          </a:p>
          <a:p>
            <a:r>
              <a:rPr lang="en-US"/>
              <a:t>I research what's already selling. I use AI to help with designs. I follow templates and formulas. I make variations of proven concepts.</a:t>
            </a:r>
          </a:p>
          <a:p>
            <a:r>
              <a:rPr lang="en-US"/>
              <a:t/>
            </a:r>
          </a:p>
          <a:p>
            <a:r>
              <a:rPr lang="en-US"/>
              <a:t>This isn't art. It's strategy. It's research plus execution.</a:t>
            </a:r>
          </a:p>
          <a:p>
            <a:r>
              <a:rPr lang="en-US"/>
              <a:t/>
            </a:r>
          </a:p>
          <a:p>
            <a:r>
              <a:rPr lang="en-US"/>
              <a:t>The most successful sellers aren't artists. They're researchers who execute.</a:t>
            </a:r>
          </a:p>
          <a:p>
            <a:r>
              <a:rPr lang="en-US"/>
              <a:t/>
            </a:r>
          </a:p>
          <a:p>
            <a:r>
              <a:rPr lang="en-US"/>
              <a:t>You don't need to be creative. You need to be strategic. And strategy can be taught.</a:t>
            </a:r>
          </a:p>
          <a:p>
            <a:r>
              <a:rPr lang="en-US"/>
              <a:t>155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"What if I fail again?" "I've tried things before and they didn't work."</a:t>
            </a:r>
          </a:p>
          <a:p>
            <a:r>
              <a:rPr lang="en-US"/>
              <a:t/>
            </a:r>
          </a:p>
          <a:p>
            <a:r>
              <a:rPr lang="en-US"/>
              <a:t>Let me reframe something for you.</a:t>
            </a:r>
          </a:p>
          <a:p>
            <a:r>
              <a:rPr lang="en-US"/>
              <a:t/>
            </a:r>
          </a:p>
          <a:p>
            <a:r>
              <a:rPr lang="en-US"/>
              <a:t>You didn't fail before. I know it feels like failure.</a:t>
            </a:r>
          </a:p>
          <a:p>
            <a:r>
              <a:rPr lang="en-US"/>
              <a:t/>
            </a:r>
          </a:p>
          <a:p>
            <a:r>
              <a:rPr lang="en-US"/>
              <a:t>But look at what was actually missing: You tried things without a proven system. Without personal guidance. Without accountability.</a:t>
            </a:r>
          </a:p>
          <a:p>
            <a:r>
              <a:rPr lang="en-US"/>
              <a:t/>
            </a:r>
          </a:p>
          <a:p>
            <a:r>
              <a:rPr lang="en-US"/>
              <a:t>You were basically trying to figure it out alone, with incomplete information.</a:t>
            </a:r>
          </a:p>
          <a:p>
            <a:r>
              <a:rPr lang="en-US"/>
              <a:t/>
            </a:r>
          </a:p>
          <a:p>
            <a:r>
              <a:rPr lang="en-US"/>
              <a:t>That's not failure. That's experimentation.</a:t>
            </a:r>
          </a:p>
          <a:p>
            <a:r>
              <a:rPr lang="en-US"/>
              <a:t/>
            </a:r>
          </a:p>
          <a:p>
            <a:r>
              <a:rPr lang="en-US"/>
              <a:t>This time is different. Not because YOU'RE different. Because the SUPPORT is different.</a:t>
            </a:r>
          </a:p>
          <a:p>
            <a:r>
              <a:rPr lang="en-US"/>
              <a:t/>
            </a:r>
          </a:p>
          <a:p>
            <a:r>
              <a:rPr lang="en-US"/>
              <a:t>The missing ingredient wasn't you. It was never you. It was the support system.</a:t>
            </a:r>
          </a:p>
          <a:p>
            <a:r>
              <a:rPr lang="en-US"/>
              <a:t>156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"WHAT IF IT DOESN'T WORK FOR ME?"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That's what the guarantee is for.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30-Day Clarity Guarantee: Full refund if you're lost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90-Day Extension: More support if you need it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only way it doesn't work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is if you don't do the work.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That's on you, not me.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"I'VE TRIED OTHER COURSES BEFORE."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Courses give you information.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Then they leave you alone.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isn't a course.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is: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Personalized guidance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Weekly accountability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Direct feedback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A community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Someone who won't let you quit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 NEED TO THINK ABOUT IT."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Fair.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But let me ask: What specifically are you unsure about?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Is it the investment? (There's a payment plan)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Is it the time? (It's 25 min/day)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Is it whether it works? (There's a guarantee)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Is it something else?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"I need to think about it" usually means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"I'm scared to commit."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Waiting won't make you less scared. Action will.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147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 NEED TO TALK TO MY HUSBAND/PARTNER."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 respect that. Truly. Here's what I'd suggest: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A9A8C"/>
                </a:solidFill>
                <a:latin typeface="Arial Bold"/>
                <a:ea typeface="Arial Bold"/>
                <a:cs typeface="Arial Bold"/>
                <a:sym typeface="Arial Bold"/>
              </a:rPr>
              <a:t>1. SHARE THE REPLAY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Let them see everything I showed you.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A9A8C"/>
                </a:solidFill>
                <a:latin typeface="Arial Bold"/>
                <a:ea typeface="Arial Bold"/>
                <a:cs typeface="Arial Bold"/>
                <a:sym typeface="Arial Bold"/>
              </a:rPr>
              <a:t>2. REMEMBER THE GUARANTEE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protects BOTH of you. No risk.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A9A8C"/>
                </a:solidFill>
                <a:latin typeface="Arial Bold"/>
                <a:ea typeface="Arial Bold"/>
                <a:cs typeface="Arial Bold"/>
                <a:sym typeface="Arial Bold"/>
              </a:rPr>
              <a:t>3. REFRAME THE CONVERSATION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"Would you rather I keep struggling alone,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or invest in getting actual help?"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Most partners aren't against investing.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They're against investing WITHOUT A PLAN.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IS the plan.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"IT'S DECEMBER — BAD TIMING WITH THE HOLIDAYS."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Let me show you the calendar excuse pattern: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January ▶ "Recovering from holidays"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February ▶ "Just settling into the year"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March ▶ "Spring is busy"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April ▶ "Let me wait until summer"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Summer ▶ "Kids are home"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Fall ▶ "Back to school chaos"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December ▶ "Bad timing"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There's never a "perfect" time.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90 days from now is MARCH.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Do you want to START in March?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Or be 90 DAYS IN by March?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149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"I'M NOT TECH-SAVVY."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If you can: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Watch a YouTube video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Type in a search bar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Copy and paste text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 have all the skills you need.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Everything has step-by-step walkthroughs.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And honestly? My "tech-nervous" students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are often the most successful.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Because they follow directions instead of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thinking they know better.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"ISN'T ETSY TOO SATURATED?"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Etsy has 96+ MILLION active buyers.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Yes, there are a lot of sellers.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But most of them are doing it wrong.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They're: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Not researching demand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Ignoring SEO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Using terrible photos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Quitting after 2 weeks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There's always room for sellers who do it RIGHT.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151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"I'M A COMPLETE BEGINNER."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Good.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bad habits to unlearn.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No wrong strategies to undo.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You're a blank slate.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program meets you where you are.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Your personalized roadmap is built for YOUR level.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Beginners get beginner roadmaps.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Advanced sellers get advanced roadmaps.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 HAVE ADHD / GET OVERWHELMED EASILY."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Empire System is DESIGNED for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busy, distracted brains.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3 separate days (no marathon sessions)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Short, focused time blocks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One thing at a time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Weekly structure creates focus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Community keeps you accountable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 don't need motivation. You need a system.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That's what this is.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"THIS WORKS FOR OTHER PEOPLE. I'M NOT SPECIAL ENOUGH."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Let me tell you who succeeds in my community: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Women in their 40s and 50s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People who "aren't tech-savvy"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Moms who just learned Canva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People who've "tried everything"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Anyone willing to follow directions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system is what's special. Not me. Not them.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Follow the system ▶ Get results.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most successful students aren't the most talented.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They're the most CONSISTENT.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"I'M NOT CREATIVE. I CAN'T DESIGN THINGS."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Neither can I.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 don't "create from scratch."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 don't sit with a blank canvas and imagine.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Here's what I actually do: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Research what's ALREADY selling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Use AI to help with designs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Follow templates and formulas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Make variations of proven concepts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isn't art. It's STRATEGY.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most successful sellers aren't artists.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They're researchers who execute.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457200"/>
            <a:ext cx="16824960" cy="1188720"/>
            <a:chOff x="0" y="0"/>
            <a:chExt cx="2243328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3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43328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3A9A8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"WHAT IF I FAIL... AGAIN?"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1645920"/>
            <a:ext cx="16824960" cy="45720"/>
            <a:chOff x="0" y="0"/>
            <a:chExt cx="22433280" cy="60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60960"/>
            </a:xfrm>
            <a:custGeom>
              <a:avLst/>
              <a:gdLst/>
              <a:ahLst/>
              <a:cxnLst/>
              <a:rect r="r" b="b" t="t" l="l"/>
              <a:pathLst>
                <a:path h="609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22960" y="1946910"/>
            <a:ext cx="16642080" cy="779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 didn't fail before.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You TRIED things without: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A proven system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Personal guidance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Accountability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Someone checking your work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▶ A community for support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That's not failure. That's EXPERIMENTATION.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This time is different because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SUPPORT is different.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The missing ingredient wasn't you.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It was the support system.</a:t>
            </a:r>
          </a:p>
          <a:p>
            <a:pPr algn="l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59200" y="9509760"/>
            <a:ext cx="1097280" cy="548640"/>
            <a:chOff x="0" y="0"/>
            <a:chExt cx="14630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4630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156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DAG6ixCd6_w</dc:identifier>
  <dcterms:modified xsi:type="dcterms:W3CDTF">2011-08-01T06:04:30Z</dcterms:modified>
  <cp:revision>1</cp:revision>
  <dc:title>Day3_Complete_Slides.pptx</dc:title>
</cp:coreProperties>
</file>